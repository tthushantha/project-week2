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Create a README.md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Markdown basics with practical examples</a:t>
            </a:r>
          </a:p>
          <a:p>
            <a:r>
              <a:t>Perfect for GitHub &amp; GitLab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README.md?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README.md is the main documentation file of a project</a:t>
            </a:r>
          </a:p>
          <a:p>
            <a:r>
              <a:t>• Written using Markdown syntax</a:t>
            </a:r>
          </a:p>
          <a:p>
            <a:r>
              <a:t>• Displayed automatically on GitHub/GitLab repositories</a:t>
            </a:r>
          </a:p>
          <a:p>
            <a:r>
              <a:t>• Explains what the project is and how to use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README.md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thing users and employers see</a:t>
            </a:r>
          </a:p>
          <a:p>
            <a:r>
              <a:t>• Helps others understand your project quickly</a:t>
            </a:r>
          </a:p>
          <a:p>
            <a:r>
              <a:t>• Required for open-source projects</a:t>
            </a:r>
          </a:p>
          <a:p>
            <a:r>
              <a:t>• Often assessed in university assignments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 README.md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line:</a:t>
            </a:r>
          </a:p>
          <a:p>
            <a:r>
              <a:t>git init</a:t>
            </a:r>
          </a:p>
          <a:p>
            <a:r>
              <a:t>touch README.md</a:t>
            </a:r>
          </a:p>
          <a:p>
            <a:endParaRPr/>
          </a:p>
          <a:p>
            <a:r>
              <a:t>Or create README.md directly on GitHub when creating a repo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Markdown Headings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Project Title</a:t>
            </a:r>
          </a:p>
          <a:p>
            <a:r>
              <a:t>## Section Heading</a:t>
            </a:r>
          </a:p>
          <a:p>
            <a:r>
              <a:t>### Subsection</a:t>
            </a:r>
          </a:p>
          <a:p>
            <a:endParaRPr/>
          </a:p>
          <a:p>
            <a:r>
              <a:t># = H1, ## = H2, ### = H3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**Bold text**</a:t>
            </a:r>
          </a:p>
          <a:p>
            <a:r>
              <a:t>*Italic text*</a:t>
            </a:r>
          </a:p>
          <a:p>
            <a:r>
              <a:t>`Inline code`</a:t>
            </a:r>
          </a:p>
          <a:p>
            <a:endParaRPr/>
          </a:p>
          <a:p>
            <a:r>
              <a:t>Use formatting to improve readability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 in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Unordered list:</a:t>
            </a:r>
          </a:p>
          <a:p>
            <a:r>
              <a:t>- Item 1</a:t>
            </a:r>
          </a:p>
          <a:p>
            <a:r>
              <a:t>- Item 2</a:t>
            </a:r>
          </a:p>
          <a:p>
            <a:endParaRPr/>
          </a:p>
          <a:p>
            <a:r>
              <a:t>Ordered list:</a:t>
            </a:r>
          </a:p>
          <a:p>
            <a:r>
              <a:t>1. Step one</a:t>
            </a:r>
          </a:p>
          <a:p>
            <a:r>
              <a:t>2. Step two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triple backticks for code blocks:</a:t>
            </a:r>
          </a:p>
          <a:p>
            <a:r>
              <a:t>```bash</a:t>
            </a:r>
          </a:p>
          <a:p>
            <a:r>
              <a:t>npm install</a:t>
            </a:r>
          </a:p>
          <a:p>
            <a:r>
              <a:t>npm start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 and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 format:</a:t>
            </a:r>
          </a:p>
          <a:p>
            <a:r>
              <a:t>[Google](https://www.google.com)</a:t>
            </a:r>
          </a:p>
          <a:p>
            <a:endParaRPr/>
          </a:p>
          <a:p>
            <a:r>
              <a:t>Image format:</a:t>
            </a:r>
          </a:p>
          <a:p>
            <a:r>
              <a:t>![Alt text](image.png)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README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Project Name</a:t>
            </a:r>
          </a:p>
          <a:p>
            <a:r>
              <a:t>## Description</a:t>
            </a:r>
          </a:p>
          <a:p>
            <a:r>
              <a:t>## Installation</a:t>
            </a:r>
          </a:p>
          <a:p>
            <a:r>
              <a:t>## Usage</a:t>
            </a:r>
          </a:p>
          <a:p>
            <a:r>
              <a:t>## Technologies</a:t>
            </a:r>
          </a:p>
          <a:p>
            <a:r>
              <a:t>## License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README.md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My Web App</a:t>
            </a:r>
          </a:p>
          <a:p>
            <a:r>
              <a:t>A simple React application.</a:t>
            </a:r>
          </a:p>
          <a:p>
            <a:endParaRPr/>
          </a:p>
          <a:p>
            <a:r>
              <a:t>## Installation</a:t>
            </a:r>
          </a:p>
          <a:p>
            <a:r>
              <a:t>npm install</a:t>
            </a:r>
          </a:p>
          <a:p>
            <a:endParaRPr/>
          </a:p>
          <a:p>
            <a:r>
              <a:t>## Usage</a:t>
            </a:r>
          </a:p>
          <a:p>
            <a:r>
              <a:t>npm 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it simple and clear</a:t>
            </a:r>
          </a:p>
          <a:p>
            <a:r>
              <a:t>• Use headings and sections</a:t>
            </a:r>
          </a:p>
          <a:p>
            <a:r>
              <a:t>• Include setup and usage steps</a:t>
            </a:r>
          </a:p>
          <a:p>
            <a:r>
              <a:t>• Update README when project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Macintosh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How to Create a README.md File</vt:lpstr>
      <vt:lpstr>What is README.md?</vt:lpstr>
      <vt:lpstr>Why README.md is Important</vt:lpstr>
      <vt:lpstr>Create a README.md File</vt:lpstr>
      <vt:lpstr>Markdown Headings</vt:lpstr>
      <vt:lpstr>Text Formatting</vt:lpstr>
      <vt:lpstr>Lists in Markdown</vt:lpstr>
      <vt:lpstr>Code Blocks</vt:lpstr>
      <vt:lpstr>Links and Images</vt:lpstr>
      <vt:lpstr>Typical README Structure</vt:lpstr>
      <vt:lpstr>README.md Example</vt:lpstr>
      <vt:lpstr>README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Lei Song</cp:lastModifiedBy>
  <cp:revision>1</cp:revision>
  <dcterms:created xsi:type="dcterms:W3CDTF">2013-01-27T09:14:16Z</dcterms:created>
  <dcterms:modified xsi:type="dcterms:W3CDTF">2026-02-10T11:46:57Z</dcterms:modified>
  <cp:category/>
</cp:coreProperties>
</file>